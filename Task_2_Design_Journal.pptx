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Outfit"/>
              </a:defRPr>
            </a:pPr>
            <a:r>
              <a:t>Task 2: Design Journal &amp; Production Process (80-Item Menu)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Inter"/>
              </a:defRPr>
            </a:pPr>
            <a:r>
              <a:t>Prepared by: Shanjaay (Student ID: 202420058)</a:t>
            </a:r>
            <a:br/>
            <a:r>
              <a:t>Assignment 3 - Production &amp; Prototype Showcase</a:t>
            </a:r>
          </a:p>
        </p:txBody>
      </p:sp>
      <p:pic>
        <p:nvPicPr>
          <p:cNvPr id="5" name="Picture 4" descr="sat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Stage 1: Brainstorming &amp; User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Mamak restaurants are often packed, causing order delays or misunderstandings regarding customizations.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Portion sizes and ingredients (like standard vs sharing curry) can be ambiguous, leading to food waste or under-ordering.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We brainstormed an AR tool allowing patrons to see exactly what they are ordering directly on their tables, modifying parameters beforehand.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The project evolved from simple 2D icons to a high-fidelity, interactive, and spatial visual components database representing 80 menu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Stage 2: Style Guide &amp; Moodboard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Primary Green (#0F2A1D): Midnight forest tone, representing Islamic-Mamak architectural heritage.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Accent Gold (#D4A24C): Luxurious brass glow, highlighting premium prices, callout pins, and active buttons.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Surface Obsidian (#121412): Modern, deep black background ensuring perfect visibility for translucent widgets.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Glassmorphism: Opacity of 70% with 20px backdrop blurs. Inner 0.5px white borders catch the ambient light.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Typography: Outfit for headings; Inter for structural readability in mobile AR canvases.</a:t>
            </a:r>
          </a:p>
        </p:txBody>
      </p:sp>
      <p:pic>
        <p:nvPicPr>
          <p:cNvPr id="6" name="Picture 5" descr="teh_tar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Stage 3: Behind the Scenes (Assets Creation)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1. 3D Food Modeling: Using Blender to sculpt Roti Canai folds, Roti Tisu cone cylinders, Mee Goreng noodles, and Teh Tarik froth layers.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2. Material &amp; Shading: Applying procedural shaders with condensation and light refraction settings to capture food steam and gloss.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3. Multi-angle Rendering: Exporting model angles to support rotation inside the Flutter canvas.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4. Image Optimization: Converting large renders into web-optimized WebP assets (~30% size reduction) to ensure low-latency loading.</a:t>
            </a:r>
          </a:p>
        </p:txBody>
      </p:sp>
      <p:pic>
        <p:nvPicPr>
          <p:cNvPr id="6" name="Picture 5" descr="mee_gor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Stage 4: Interactive AR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QR Table Stand Scan: Opens a mock camera feed containing a golden boundary. Successfully matches the QR code to lock Table 12 context.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Visual Customizer Overlays: Sliders and toggles programmatically draw melted cheese grids, egg yolk centers, white condensed milk swirls, and red chili rings.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Curry Flood (Banjir): Slides adjust gravy layers on the food visual dynamically.</a:t>
            </a:r>
          </a:p>
          <a:p>
            <a:pPr>
              <a:spcAft>
                <a:spcPts val="800"/>
              </a:spcAft>
              <a:defRPr sz="1400">
                <a:solidFill>
                  <a:srgbClr val="C8C8C8"/>
                </a:solidFill>
                <a:latin typeface="Inter"/>
              </a:defRPr>
            </a:pPr>
            <a:r>
              <a:t>Nasi Lemak Callouts: Callout nodes overlay the coconut rice, sambal, and fried chicken, providing descriptions of slow-cooked recipes on tap.</a:t>
            </a:r>
          </a:p>
        </p:txBody>
      </p:sp>
      <p:pic>
        <p:nvPicPr>
          <p:cNvPr id="6" name="Picture 5" descr="qr_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24C"/>
                </a:solidFill>
                <a:latin typeface="Outfit"/>
              </a:defRPr>
            </a:pPr>
            <a:r>
              <a:t>AL SAFA AR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Stage 5: Production &amp; Flutter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1. State Management: Provider package coordinates cart states (quantities, notes, portion modifiers) globally across pages.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2. Custom Painters: The AR camera overlay and roti/milk toppings utilize CustomPainters to render vector outlines and grids at runtime.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3. Performance Tree-Shaking: Optimized compile-time icon shaking, asset configurations, and font caching reduces web bundles.</a:t>
            </a:r>
          </a:p>
          <a:p>
            <a:pPr>
              <a:spcAft>
                <a:spcPts val="800"/>
              </a:spcAft>
              <a:defRPr sz="1600">
                <a:solidFill>
                  <a:srgbClr val="C8C8C8"/>
                </a:solidFill>
                <a:latin typeface="Inter"/>
              </a:defRPr>
            </a:pPr>
            <a:r>
              <a:t>4. Glassmorphism Widgets: BackdropFilter and BoxDecoration combined to create high-end translucent glass 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